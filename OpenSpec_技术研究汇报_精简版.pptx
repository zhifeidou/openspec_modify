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5"/>
  </p:notesMasterIdLst>
  <p:sldIdLst>
    <p:sldId id="302" r:id="rId3"/>
    <p:sldId id="306" r:id="rId4"/>
    <p:sldId id="307" r:id="rId6"/>
    <p:sldId id="308" r:id="rId7"/>
    <p:sldId id="301" r:id="rId8"/>
    <p:sldId id="256" r:id="rId9"/>
    <p:sldId id="257" r:id="rId10"/>
    <p:sldId id="258" r:id="rId11"/>
    <p:sldId id="294" r:id="rId12"/>
    <p:sldId id="293" r:id="rId13"/>
    <p:sldId id="292" r:id="rId14"/>
    <p:sldId id="268" r:id="rId15"/>
    <p:sldId id="297" r:id="rId16"/>
    <p:sldId id="296" r:id="rId17"/>
    <p:sldId id="295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75" userDrawn="1">
          <p15:clr>
            <a:srgbClr val="A4A3A4"/>
          </p15:clr>
        </p15:guide>
        <p15:guide id="2" pos="30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75"/>
        <p:guide pos="301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/>
          <p:nvPr>
            <p:ph type="ctrTitle"/>
          </p:nvPr>
        </p:nvSpPr>
        <p:spPr/>
        <p:txBody>
          <a:bodyPr/>
          <a:p>
            <a:r>
              <a:rPr lang="en-US"/>
              <a:t>Compact Ver.</a:t>
            </a:r>
            <a:endParaRPr lang="en-US"/>
          </a:p>
        </p:txBody>
      </p:sp>
      <p:sp>
        <p:nvSpPr>
          <p:cNvPr id="7" name="Subtitle 6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s 3"/>
          <p:cNvSpPr/>
          <p:nvPr/>
        </p:nvSpPr>
        <p:spPr>
          <a:xfrm>
            <a:off x="249555" y="4348480"/>
            <a:ext cx="11357610" cy="23228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" name="Rectangles 0"/>
          <p:cNvSpPr/>
          <p:nvPr/>
        </p:nvSpPr>
        <p:spPr>
          <a:xfrm>
            <a:off x="249555" y="1463040"/>
            <a:ext cx="10483215" cy="15379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31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工作流对比：原生 OpenSpec vs OpenSpec-HW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0095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80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71770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71770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23878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48510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725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98165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569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95650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133090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905760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79700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91360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62675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45485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4187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12635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三组实验综合评分：五维度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初始构建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需求变更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初始构建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440181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694960" y="4433875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760365" y="4933715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4159635" y="443324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199005" y="493308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536181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5386810"/>
            <a:ext cx="11200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</a:t>
            </a:r>
            <a:r>
              <a:rPr lang="en-US" sz="11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2316480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潜在研究方向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182880" y="658368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18288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56032" y="658368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37744" y="896239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可与方向 3 Self-Evolving 形成审查学习闭环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学术依据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Du et al. (ICML'24) Multi-Agent Debate 提升推理准确性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Chan et al. (ICLR'24) ChatEval 多智能体辩论评估有效性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Oriol et al. (RE@Next!'25) MAD 在需求工程的初步探索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49340" y="658368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4934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22492" y="658368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04204" y="923544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自动生成 property-based tests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学术依据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Meyer (1988/1992) Design by Contract 理论基础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Kiro (AWS, GA 2025) EARS→test 验证 | Tessl、spec-kit 也在探索此方向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182880" y="3758184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182880" y="375818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56032" y="3758184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37744" y="4023360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蒸馏领域级 Spec 最佳实践原则（如：风控 spec 必须包含 X/Y/Z）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经验沉淀为可复用的组织知识资产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与 Domain Packs 差异化互补：Pack = 行业通识，Self-Evolving = 项目经验</a:t>
            </a:r>
            <a:r>
              <a:rPr lang="zh-CN"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，互相补充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学术依据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EvolveR (Wu et al., arXiv:2510.16079) LLM Agent 经验蒸馏自进化框架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自进化 Agent 综述 (Gao et al., arXiv:2507.21046; Tao et al., arXiv:2508.07407)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49340" y="3758184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49340" y="375818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22492" y="3758184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04204" y="4023360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通用大模型不懂行业：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比如</a:t>
            </a: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电信须符合 3GPP、汽车须通过 ISO 26262、能源须满足 IEC 62109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Schema 约束 + 验证规则（Validators）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差异化价值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行业落地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ICT：3GPP 协议合规 + 网络功能 spec 模板 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汽车：ASIL 等级模板 + AUTOSAR 约束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/>
        <p:txBody>
          <a:bodyPr/>
          <a:p>
            <a:r>
              <a:rPr lang="en-US"/>
              <a:t>Archive</a:t>
            </a:r>
            <a:endParaRPr lang="en-US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2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3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4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5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6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7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8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9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0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2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3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4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5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6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7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18824</Words>
  <Application>WPS Presentation</Application>
  <PresentationFormat/>
  <Paragraphs>1530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50" baseType="lpstr">
      <vt:lpstr>Arial</vt:lpstr>
      <vt:lpstr>SimSun</vt:lpstr>
      <vt:lpstr>Wingdings</vt:lpstr>
      <vt:lpstr>Arial</vt:lpstr>
      <vt:lpstr>Calibri</vt:lpstr>
      <vt:lpstr>Microsoft YaHei</vt:lpstr>
      <vt:lpstr>Consolas</vt:lpstr>
      <vt:lpstr>Arial Unicode MS</vt:lpstr>
      <vt:lpstr>Bahnschrift</vt:lpstr>
      <vt:lpstr>Bahnschrift Light</vt:lpstr>
      <vt:lpstr>Bahnschrift Light Condensed</vt:lpstr>
      <vt:lpstr>Bahnschrift SemiLight</vt:lpstr>
      <vt:lpstr>Cambria</vt:lpstr>
      <vt:lpstr>Cambria Math</vt:lpstr>
      <vt:lpstr>Cascadia Code Light</vt:lpstr>
      <vt:lpstr>Cascadia Mono Light</vt:lpstr>
      <vt:lpstr>Leelawadee UI</vt:lpstr>
      <vt:lpstr>Microsoft JhengHei Light</vt:lpstr>
      <vt:lpstr>Microsoft YaHei Light</vt:lpstr>
      <vt:lpstr>Microsoft YaHei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49</cp:revision>
  <dcterms:created xsi:type="dcterms:W3CDTF">2026-02-26T00:15:00Z</dcterms:created>
  <dcterms:modified xsi:type="dcterms:W3CDTF">2026-02-26T02:26:06Z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